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24E"/>
          </a:solidFill>
          <a:ln w="12700">
            <a:solidFill>
              <a:srgbClr val="C9A2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AF5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scaling Meta ads. But: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dirty="0">
                <a:solidFill>
                  <a:srgbClr val="FAF5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DMs pile up.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dirty="0">
                <a:solidFill>
                  <a:srgbClr val="FAF5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dries up.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kill the scaling.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SKILLIES.AI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scaling demands.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24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54864" cy="2011680"/>
          </a:xfrm>
          <a:prstGeom prst="rect">
            <a:avLst/>
          </a:prstGeom>
          <a:solidFill>
            <a:srgbClr val="C9A24E"/>
          </a:solidFill>
          <a:ln w="12700">
            <a:solidFill>
              <a:srgbClr val="C9A2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A SALES VA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₹35,000 / mo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training, ramp-up time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still slow at midnight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turnover every 6 months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82880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24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828800"/>
            <a:ext cx="54864" cy="2011680"/>
          </a:xfrm>
          <a:prstGeom prst="rect">
            <a:avLst/>
          </a:prstGeom>
          <a:solidFill>
            <a:srgbClr val="C9A24E"/>
          </a:solidFill>
          <a:ln w="12700">
            <a:solidFill>
              <a:srgbClr val="C9A2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A CONTENT TEAM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0" y="23774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₹50,000 / mo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120640" y="31546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scripts, scheduling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edits, re-shoots, drift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inconsistent delivery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₹85,000 / month</a:t>
            </a:r>
            <a:pPr algn="l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and you still answer DMs at midnight.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0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A37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SKILLIES.AI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046720" cy="18288"/>
          </a:xfrm>
          <a:prstGeom prst="rect">
            <a:avLst/>
          </a:prstGeom>
          <a:solidFill>
            <a:srgbClr val="C9A24E"/>
          </a:solidFill>
          <a:ln w="12700">
            <a:solidFill>
              <a:srgbClr val="C9A2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754880"/>
            <a:ext cx="8046720" cy="18288"/>
          </a:xfrm>
          <a:prstGeom prst="rect">
            <a:avLst/>
          </a:prstGeom>
          <a:solidFill>
            <a:srgbClr val="C9A24E"/>
          </a:solidFill>
          <a:ln w="12700">
            <a:solidFill>
              <a:srgbClr val="C9A2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00" dirty="0"/>
          </a:p>
        </p:txBody>
      </p:sp>
      <p:pic>
        <p:nvPicPr>
          <p:cNvPr id="5" name="Image 0" descr="/Users/ehsanasgarp/Desktop/AI money School/skillies-landing/public/brand/skillies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601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196596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FAF5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Skillies.</a:t>
            </a:r>
            <a:endParaRPr lang="en-US" sz="11000" dirty="0"/>
          </a:p>
        </p:txBody>
      </p:sp>
      <p:sp>
        <p:nvSpPr>
          <p:cNvPr id="7" name="Text 4"/>
          <p:cNvSpPr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9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systems. One operator. Built for Kerala.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F5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runs his own AI-published book business  ·  </a:t>
            </a:r>
            <a:pPr algn="ctr" indent="0" marL="0">
              <a:buNone/>
            </a:pPr>
            <a:r>
              <a:rPr lang="en-US" sz="1200" b="1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₹1,16,000/month passive</a:t>
            </a:r>
            <a:pPr algn="ctr" indent="0" marL="0">
              <a:buNone/>
            </a:pPr>
            <a:r>
              <a:rPr lang="en-US" sz="1200" dirty="0">
                <a:solidFill>
                  <a:srgbClr val="FAF5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skillies.ai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8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SKILLIES.AI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systems. Built to compound.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40480" cy="320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54864" cy="3200400"/>
          </a:xfrm>
          <a:prstGeom prst="rect">
            <a:avLst/>
          </a:prstGeom>
          <a:solidFill>
            <a:srgbClr val="C9A24E"/>
          </a:solidFill>
          <a:ln w="12700">
            <a:solidFill>
              <a:srgbClr val="C9A2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9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FRONT DESK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AF5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Replies in seconds. Manglish. 24/7.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33375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AF5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web  ·  always 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AF5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from closed sales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AF5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only hot leads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AF5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call the interested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AF5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delivered before each call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3840480" cy="320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54480"/>
            <a:ext cx="54864" cy="3200400"/>
          </a:xfrm>
          <a:prstGeom prst="rect">
            <a:avLst/>
          </a:prstGeom>
          <a:solidFill>
            <a:srgbClr val="C9A24E"/>
          </a:solidFill>
          <a:ln w="12700">
            <a:solidFill>
              <a:srgbClr val="C9A2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9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85216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ENGINE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24231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AF5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speak. We ship.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74920" y="2971800"/>
            <a:ext cx="33375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AF5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voice  ·  or write if English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AF5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 an AI model on your style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AF5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finished videos per day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AF5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fails at consistency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AF5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posting. Start shipping.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0" y="4846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A37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SKILLIES.AI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24E"/>
          </a:solidFill>
          <a:ln w="12700">
            <a:solidFill>
              <a:srgbClr val="C9A2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FAF5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 </a:t>
            </a:r>
            <a:pPr algn="l" indent="0" marL="0">
              <a:buNone/>
            </a:pPr>
            <a:r>
              <a:rPr lang="en-US" sz="6400" b="1" dirty="0">
                <a:solidFill>
                  <a:srgbClr val="C9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₹25,000</a:t>
            </a:r>
            <a:pPr algn="l" indent="0" marL="0">
              <a:buNone/>
            </a:pPr>
            <a:r>
              <a:rPr lang="en-US" sz="6400" dirty="0">
                <a:solidFill>
                  <a:srgbClr val="FAF5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month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AF5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</a:t>
            </a:r>
            <a:pPr indent="0" marL="0">
              <a:buNone/>
            </a:pPr>
            <a:r>
              <a:rPr lang="en-US" sz="1600" b="1" i="1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₹70,000</a:t>
            </a:r>
            <a:pPr indent="0" marL="0">
              <a:buNone/>
            </a:pPr>
            <a:r>
              <a:rPr lang="en-US" sz="1600" i="1" dirty="0">
                <a:solidFill>
                  <a:srgbClr val="FAF5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base pack  ·  scales with conversation + content volume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371600" cy="22860"/>
          </a:xfrm>
          <a:prstGeom prst="rect">
            <a:avLst/>
          </a:prstGeom>
          <a:solidFill>
            <a:srgbClr val="C9A24E"/>
          </a:solidFill>
          <a:ln w="12700">
            <a:solidFill>
              <a:srgbClr val="C9A2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AF5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 </a:t>
            </a:r>
            <a:pPr indent="0" marL="0">
              <a:buNone/>
            </a:pPr>
            <a:r>
              <a:rPr lang="en-US" sz="2600" b="1" dirty="0">
                <a:solidFill>
                  <a:srgbClr val="C9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+91 80899 41131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skillies.ai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install  ·  we train  ·  we maintain.   You scale.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Skillies.AI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Systems · One Operator</dc:title>
  <dc:subject>PptxGenJS Presentation</dc:subject>
  <dc:creator>Skillies.AI</dc:creator>
  <cp:lastModifiedBy>Skillies.AI</cp:lastModifiedBy>
  <cp:revision>1</cp:revision>
  <dcterms:created xsi:type="dcterms:W3CDTF">2026-04-26T12:35:39Z</dcterms:created>
  <dcterms:modified xsi:type="dcterms:W3CDTF">2026-04-26T12:35:39Z</dcterms:modified>
</cp:coreProperties>
</file>